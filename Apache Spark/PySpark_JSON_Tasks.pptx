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A3D6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E8622C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JSON Data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hands-on tasks — from schema parsing to nested aggregations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1161288" cy="384048"/>
          </a:xfrm>
          <a:prstGeom prst="roundRect">
            <a:avLst>
              <a:gd name="adj" fmla="val 19048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from_json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4297680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429768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StructType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75304" y="429768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429768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0016" y="429768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429768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Structured Streaming · JSON Handling Reference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parts, twenty tasks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99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65376"/>
            <a:ext cx="621792" cy="621792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6537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81051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 JSON Basics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1671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fields, nested objects, and array-valued fields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46920" y="1920240"/>
            <a:ext cx="1737360" cy="512064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10" name="Text 8"/>
          <p:cNvSpPr/>
          <p:nvPr/>
        </p:nvSpPr>
        <p:spPr>
          <a:xfrm>
            <a:off x="9646920" y="192024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99A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03580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358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298094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&amp; Explode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337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JSON arrays into analyzable rows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46920" y="3090672"/>
            <a:ext cx="1737360" cy="512064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17" name="Text 15"/>
          <p:cNvSpPr/>
          <p:nvPr/>
        </p:nvSpPr>
        <p:spPr>
          <a:xfrm>
            <a:off x="9646920" y="309067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32504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99A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206240"/>
            <a:ext cx="621792" cy="621792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20624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415137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Aggregations on Orders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45079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Grouping, summing, sorting and averaging nested data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46920" y="4261104"/>
            <a:ext cx="1737360" cy="512064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24" name="Text 22"/>
          <p:cNvSpPr/>
          <p:nvPr/>
        </p:nvSpPr>
        <p:spPr>
          <a:xfrm>
            <a:off x="9646920" y="4261104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tasks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20293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99A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537667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3766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737360" y="532180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Filtering, Derived Columns &amp; Data Quality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37360" y="567842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Renaming, sorting, counting, and handling nulls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46920" y="5431536"/>
            <a:ext cx="1737360" cy="512064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1" name="Text 29"/>
          <p:cNvSpPr/>
          <p:nvPr/>
        </p:nvSpPr>
        <p:spPr>
          <a:xfrm>
            <a:off x="9646920" y="543153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tasks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&amp; JSON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5029200" cy="5029200"/>
          </a:xfrm>
          <a:prstGeom prst="ellipse">
            <a:avLst/>
          </a:prstGeom>
          <a:solidFill>
            <a:srgbClr val="0A3D62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 JSON Basics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fields, nested objects, and array-valued fields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56232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6232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89504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22776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&amp; JSON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flat JSON strings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PARSING JSON BASICS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StructType schema and use from_json() to turn a raw JSON string column into typed, queryable columns.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StructType([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StructField("id", IntegerType()),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StructField("name", StringType()),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StructField("age", IntegerType())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 = json_df.withColumn(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from_json(col("json_string"), schema)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parsed_df.select("data.*").show(truncate=False)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StructType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3163824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4424" y="336042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31638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from_json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3813048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64424" y="40096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21" name="Text 19"/>
          <p:cNvSpPr/>
          <p:nvPr/>
        </p:nvSpPr>
        <p:spPr>
          <a:xfrm>
            <a:off x="8202168" y="381304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"data.*"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of 4 in this part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Parsing JSON Basics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nested JSON objects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PARSING JSON BASICS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one StructType inside another to model a JSON object within an object, then drill down with dot notation.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address_schema = StructType([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StructField("city", StringType()),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StructField("country", StringType())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StructType([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StructField("id", IntegerType()),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StructField("name", StringType()),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StructField("address", address_schema)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"data.id", "data.name",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"data.address.city",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"data.address.country"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 StructType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3163824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4424" y="336042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31638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 notation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of 4 in this part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Parsing JSON Basics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a JSON array field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PARSING JSON BASICS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JSON array as ArrayType(StringType()) to capture list-valued fields like a user's skills.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StructType([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StructField("id", IntegerType()),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StructField("name", StringType()),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StructField("skills",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ArrayType(StringType()))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parsed_df.select("data.*")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ArrayType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of 4 in this part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Parsing JSON Basics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full address string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PARSING JSON BASICS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several parsed, nested fields into one readable string using concat_ws().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address_schema = StructType([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StructField("street", StringType()),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StructField("city", StringType()),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StructField("country", StringType())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"data.id", "data.name",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concat_ws(", 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"data.address.street",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"data.address.city",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"data.address.country"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).alias("full_address")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concat_ws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3163824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4424" y="336042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31638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of 4 in this part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Parsing JSON Basics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5029200" cy="5029200"/>
          </a:xfrm>
          <a:prstGeom prst="ellipse">
            <a:avLst/>
          </a:prstGeom>
          <a:solidFill>
            <a:srgbClr val="0A3D62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&amp; Explode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JSON arrays into analyzable rows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56232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6232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89504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22776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&amp; JSON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Explode an array of order structs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ARRAYS &amp; EXPLODE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 array of structs (each order), then use explode() so every order becomes its own row.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order_schema = StructType([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StructField("order_id", IntegerType()),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StructField("product", StringType()),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StructField("quantity", IntegerType()),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StructField("price", IntegerType())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StructType([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StructField("id", IntegerType()),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StructField("name", StringType()),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StructField("orders", ArrayType(order_schema))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 = parsed_df.select(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"data.id", "data.name",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explode("data.orders").alias("order")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ArrayType(StructType)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3163824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4424" y="336042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31638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of 4 in this part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Arrays &amp; Explode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elements in an array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ARRAYS &amp; EXPLODE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size() to find how many items are inside a JSON array field, e.g. the number of skills per user.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"data.id", "data.name",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"data.skills",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size("data.skills")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.alias("number_of_skills")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of 4 in this part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Arrays &amp; Explode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for a specific array value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ARRAYS &amp; EXPLODE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array_contains() to filter rows whose array field includes a target value, e.g. users who know “Spark”.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parsed_df.select("data.*")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array_contains(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col("skills"), "Spark"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array_contains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3163824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4424" y="336042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31638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of 4 in this part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Arrays &amp; Explode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Explode a simple string array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ARRAYS &amp; EXPLODE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explode() also works on plain ArrayType(StringType()) fields — not just arrays of structs — turning a product list into rows.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"data.id", "data.name",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explode("data.products")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.alias("product")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of 4 in this part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Arrays &amp; Explode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5029200" cy="5029200"/>
          </a:xfrm>
          <a:prstGeom prst="ellipse">
            <a:avLst/>
          </a:prstGeom>
          <a:solidFill>
            <a:srgbClr val="0A3D62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Aggregations on Orders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Grouping, summing, sorting and averaging nested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56232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6232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89504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22776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56048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9320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&amp; 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spending per customer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AGGREGATIONS ON ORDERS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 exploded orders back by customer and sum quantity × price to get each customer's total spend.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orders_df.groupBy("id", "name").agg(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col("order.quantity") *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col("order.price")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).alias("total_spending")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3163824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4424" y="336042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31638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3813048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64424" y="40096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21" name="Text 19"/>
          <p:cNvSpPr/>
          <p:nvPr/>
        </p:nvSpPr>
        <p:spPr>
          <a:xfrm>
            <a:off x="8202168" y="381304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of 6 in this part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Aggregations on Orders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total for every order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AGGREGATIONS ON ORDERS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quantity × price for each individual order row — a row-level calculation, no aggregation needed.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orders_df.select(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"id", "name",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"order.order_id", "order.product",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"order.quantity", "order.price",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(col("order.quantity") *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col("order.price")).alias("total")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arithmetic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3163824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4424" y="336042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31638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of 6 in this part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Aggregations on Orders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most expensive order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AGGREGATIONS ON ORDERS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per-order total and sort descending with orderBy() to surface the highest-value order first.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orders_df.select(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"id", "name", "order.order_id",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"order.product", "order.quantity",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"order.price",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(col("order.quantity") *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col("order.price")).alias("total")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).orderBy(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col("total").desc()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orderBy(desc)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of 6 in this part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Aggregations on Orders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customers by total spending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AGGREGATIONS ON ORDERS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groupBy/agg with orderBy() to list customers from highest to lowest total spend.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orders_df.groupBy("id", "name").agg(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col("order.quantity") *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col("order.price")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).alias("total_spending")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).orderBy(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col("total_spending").desc()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3163824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4424" y="336042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31638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3813048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64424" y="40096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21" name="Text 19"/>
          <p:cNvSpPr/>
          <p:nvPr/>
        </p:nvSpPr>
        <p:spPr>
          <a:xfrm>
            <a:off x="8202168" y="381304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orderBy(desc)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of 6 in this part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Aggregations on Orders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big spenders (&gt; 1000)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AGGREGATIONS ON ORDERS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after aggregation — the PySpark equivalent of SQL's HAVING clause — to keep only high-value customers.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orders_df.groupBy("id", "name").agg(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col("order.quantity") *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col("order.price")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).alias("total_spending")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).filter(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col("total_spending") &gt; 1000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 after agg (HAVING)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of 6 in this part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Aggregations on Orders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order value per user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AGGREGATIONS ON ORDERS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sum() for avg() in the same groupBy/agg pattern to get each customer's average order value.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orders_df.groupBy("id", "name").agg(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col("order.quantity") *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col("order.price")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).alias("average_order_value")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of 6 in this part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Aggregations on Orders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5029200" cy="5029200"/>
          </a:xfrm>
          <a:prstGeom prst="ellipse">
            <a:avLst/>
          </a:prstGeom>
          <a:solidFill>
            <a:srgbClr val="0A3D62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Filtering, Derived Columns &amp; Data Quality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Renaming, sorting, counting, and handling nulls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56232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6232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89504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22776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56048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#18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9320" y="4297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42976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&amp; 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users by age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FILTERING, DERIVED COLUMNS &amp; DATA QUALITY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JSON, then apply a plain filter() condition on a typed field — just like any other DataFrame column.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parsed_df.select("data.*")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.filter(col("data.age") &gt; 25)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of 6 in this part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Filtering, Derived Columns &amp; Data Quality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 a new column from JSON fields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FILTERING, DERIVED COLUMNS &amp; DATA QUALITY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fields are extracted, use withColumn() to compute new columns from them, e.g. price × quantity.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parsed_df.select("data.*")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"total",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col("price") * col("quantity")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withColumn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of 6 in this part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Filtering, Derived Columns &amp; Data Quality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missing JSON fields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FILTERING, DERIVED COLUMNS &amp; DATA QUALITY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schema fields nullable=True so missing keys become nulls instead of parse errors, then fillna() to default them.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StructType([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StructField("id", IntegerType(), True),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StructField("name", StringType(), True),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StructField("age", IntegerType(), True)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parsed_df.select("data.*")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.fillna({"age": 0})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nullable schema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3163824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4424" y="336042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31638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of 6 in this part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Filtering, Derived Columns &amp; Data Quality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extracted fields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FILTERING, DERIVED COLUMNS &amp; DATA QUALITY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alias() on each selected column to give the parsed fields clearer, business-friendly names.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col("data.id").alias("user_id"),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col("data.name").alias("user_name"),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col("data.age").alias("user_age")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of 6 in this part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Filtering, Derived Columns &amp; Data Quality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users by age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FILTERING, DERIVED COLUMNS &amp; DATA QUALITY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orderBy() with desc() sorts the parsed DataFrame from oldest to youngest user.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parsed_df.select("data.*")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.orderBy(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col("age").desc()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).show(truncate=False)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orderBy(desc)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of 6 in this part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Filtering, Derived Columns &amp; Data Quality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31520" cy="7315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users by age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FILTERING, DERIVED COLUMNS &amp; DATA QUALITY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+ count() summarizes how many users share each age value, sorted for readability.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086600" cy="4160520"/>
          </a:xfrm>
          <a:prstGeom prst="roundRect">
            <a:avLst>
              <a:gd name="adj" fmla="val 1978"/>
            </a:avLst>
          </a:prstGeom>
          <a:solidFill>
            <a:srgbClr val="0F1B33"/>
          </a:solidFill>
          <a:ln/>
          <a:effectLst>
            <a:outerShdw sx="100000" sy="100000" kx="0" ky="0" algn="bl" rotWithShape="0" blurRad="101600" dist="38100" dir="5400000">
              <a:srgbClr val="1B243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313432"/>
            <a:ext cx="128016" cy="12801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1343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2313432"/>
            <a:ext cx="128016" cy="128016"/>
          </a:xfrm>
          <a:prstGeom prst="ellipse">
            <a:avLst/>
          </a:prstGeom>
          <a:solidFill>
            <a:srgbClr val="6BBF5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668426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parsed_df.select("data.*")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.groupBy("age")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.count()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.orderBy(col("age"))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.show()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271119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168" y="2514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3163824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4424" y="336042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622C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31638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of 6 in this part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Filtering, Derived Columns &amp; Data Quality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A3D6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Cheat Sheet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PySpark JSON function used across the 20 tasks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139696" cy="1965960"/>
          </a:xfrm>
          <a:prstGeom prst="roundRect">
            <a:avLst>
              <a:gd name="adj" fmla="val 4186"/>
            </a:avLst>
          </a:prstGeom>
          <a:solidFill>
            <a:srgbClr val="0A3D6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75104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33172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from_json()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StructType / StructField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ArrayType()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27248" y="1828800"/>
            <a:ext cx="2139696" cy="1965960"/>
          </a:xfrm>
          <a:prstGeom prst="roundRect">
            <a:avLst>
              <a:gd name="adj" fmla="val 4186"/>
            </a:avLst>
          </a:prstGeom>
          <a:solidFill>
            <a:srgbClr val="0A3D6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975104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ARRAYS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33172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explode()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size()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array_contains()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31536" y="1828800"/>
            <a:ext cx="2139696" cy="1965960"/>
          </a:xfrm>
          <a:prstGeom prst="roundRect">
            <a:avLst>
              <a:gd name="adj" fmla="val 4186"/>
            </a:avLst>
          </a:prstGeom>
          <a:solidFill>
            <a:srgbClr val="0A3D6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96128" y="1975104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COLUMNS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96128" y="233172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select() + "data.*"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withColumn()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alias()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concat_ws()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114800"/>
            <a:ext cx="2139696" cy="2148840"/>
          </a:xfrm>
          <a:prstGeom prst="roundRect">
            <a:avLst>
              <a:gd name="adj" fmla="val 3846"/>
            </a:avLst>
          </a:prstGeom>
          <a:solidFill>
            <a:srgbClr val="0A3D6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261104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&amp; SORT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461772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groupBy()+agg()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sum()/avg()/count()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orderBy()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27248" y="4114800"/>
            <a:ext cx="2139696" cy="2148840"/>
          </a:xfrm>
          <a:prstGeom prst="roundRect">
            <a:avLst>
              <a:gd name="adj" fmla="val 3846"/>
            </a:avLst>
          </a:prstGeom>
          <a:solidFill>
            <a:srgbClr val="0A3D6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4261104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461772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nullable=True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6355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interview prep &amp; structured self-study · PySpark JSON Handling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2026-08-19T00:35:36Z</dcterms:created>
  <dcterms:modified xsi:type="dcterms:W3CDTF">2026-08-19T00:35:36Z</dcterms:modified>
</cp:coreProperties>
</file>